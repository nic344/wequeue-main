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Durasi total target 15 menit. Perkenalan 1' (English), Demo 4', Logika 4', Proses kerja 4', Kelebihan 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perkenalan dibawakan dalam Bahasa Inggris di video (±1 menit).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masalah dunia nyata yang diselesaikan WeQueue.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singkat nilai aplikasi.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Tegaskan kelengkapan fitur wajib.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tiap teknologi sesuai checklist soal.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Tampilkan diagram MVVM. Tekankan pemisahan lapisan.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Sebut istilah rubrik: lifecycle, background thread, Intent eksplisit.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Tampilkan screenshot nyata aplikasi.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kode adapter singkat.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setup Retrofit 3 bagian.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endpoint nyata dari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Tampilkan JSON dan model berdampingan.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apa yang disimpan, kapan dipakai, dan auto-logout.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bukti aplikasi tidak force close &amp; log debugging.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Tampilkan ERD sederhana.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Bagian kelebihan aplikasi (±2 menit).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Rekam demo live sesuai urutan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repo GitHub dan APK.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bukti pemenuhan rubrik.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Penutup. Bisa ditambah 1 kalimat English: Thank you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FF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</a:rPr>
              <a:t>WeQueue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6B00"/>
                </a:solidFill>
              </a:rPr>
              <a:t>Aplikasi Manajemen Antrian Pemesanan Makanan  •  UAS Pemrograman Mobile 2025/2026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Devin Ng — 2432012  |  Project Lead &amp; Backend/API (PHP + MySQL)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Lam Jeen Sin Anthony — 2432070  |  Android UI/UX &amp; RecyclerView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Nicholas Syahputra — 2432050  |  Authentication &amp; Session (MVVM)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Xlhynz — 2432059  |  Admin &amp; Staff Features (CRUD)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</a:rPr>
              <a:t>Muhammad Anugrah Wahyu Saputra — 2432003  |  Queue System &amp; Notifications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Anggota &amp; Pembagian Peran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Devin Ng (2432012) — Project Lead, Backend REST API (PHP), MySQL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Lam Jeen Sin Anthony (2432070) — UI/UX, Layout, RecyclerView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Nicholas Syahputra (2432050) — Autentikasi, Session, arsitektur MVVM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Xlhynz (2432059) — Fitur Admin &amp; Staff (CRUD, kelola pengguna)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Muhammad Anugrah Wahyu Saputra (2432003) — Sistem antrian &amp; notifikasi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Catatan: peran bisa disesuaikan dengan kontribusi nyata tiap anggota.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Latar Belakang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Antre memesan makanan secara manual tidak efisien dan membingungkan.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Pelanggan menunggu tanpa kepastian giliran dan estimasi waktu.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Staff sulit memantau dan mengelola urutan antrian secara rapi.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Dibutuhkan sistem antrian digital multi-peran yang tersinkron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Solusi: WeQueue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Aplikasi Android yang menghubungkan Customer, Staff, dan Admin dalam satu sistem.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Pelanggan ambil nomor antrian; staff mengelola; admin mengatur menu &amp; pengguna.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Data tersinkronisasi ke server melalui REST API + MySQL.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Tagline: "Skip the Queue, Enjoy Your Food".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Fitur Utama (per peran)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Umum: Login &amp; Registrasi (token), Logout, Splash + routing peran, dark mode, notifikasi.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Customer: status antrian (now serving, sisa, estimasi), ambil/batal antrian, riwayat, favorit, pencarian.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Staff: dashboard, call next, complete, skip, cancel, monitor &amp; cari antrian.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Admin: CRUD makanan + upload gambar, toggle ketersediaan, kelola pengguna (ubah role, hapus).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Memenuhi 7 fitur wajib — melebihi minimal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Bahasa: Java  •  IDE: Android Studio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Networking: Retrofit2 + OkHttp  •  Parsing: GSON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UI: RecyclerView, CardView, ConstraintLayout, Material Design, Glide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Session: EncryptedSharedPreferences (token terenkripsi)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Backend: PHP native + MySQL  •  Version control: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CPMK-3: teknologi &amp; tools sesuai ketentuan soal.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Arsitektur MVVM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Alur: View (Activity/Fragment) → ViewModel (LiveData) → Repository → Retrofit API → MySQL.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View hanya merender state; logika data berada di Repository.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ViewModel menyimpan state dan bertahan saat konfigurasi berubah (rotasi).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Wrapper state Resource&lt;T&gt;: LOADING / SUCCESS / ERROR.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CPMK-1 (Sangat Baik): arsitektur MVVM dijelaskan dengan tepat.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Komponen Android, Lifecycle &amp;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Lifecycle-aware: observe LiveData via getViewLifecycleOwner() → cegah memory leak.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ViewModel survive configuration change (rotasi layar).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Operasi jaringan asinkron (Retrofit enqueue) → tidak memblokir main thread.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Intent eksplisit: navigasi antar Activity + PendingIntent pada notifikasi.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CPMK-1: lifecycle, komponen background, dan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UI / 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Layout responsif dengan ConstraintLayout.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Material Design: kartu, BottomNavigation, dark mode konsisten.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Navigasi 3 peran berjalan mulus; tema terang &amp; gelap.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[Sisipkan screenshot: Home, Queue, Admin — mode terang &amp; gelap]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CPMK-2 (Sangat Baik): UI intuitif, estetik, konsisten Material Design.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RecyclerView + Navigasi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RecyclerView + ViewHolder untuk daftar makanan, antrian, pengguna, riwayat.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Adapter mengikat data ke tiap baris secara efisien.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BottomNavigationView untuk navigasi; SearchView/Filter untuk pencarian.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[Sisipkan potongan kode: ViewHolder / onBindViewHolder]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CPMK-2: RecyclerView dengan ViewHolder optimal + navigasi.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Integrasi API: Retrofit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Retrofit instance: base URL + GsonConverterFactory + OkHttp client.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Interface ApiService dengan anotasi @GET / @POST / @PUT / @DELETE.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AuthInterceptor menyisipkan header Authorization: Bearer &lt;token&gt; otomatis.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SessionExpiryInterceptor menangani token kadaluwarsa (401).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[Sisipkan potongan kode: ApiConfig / ApiService]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CPMK-3 (Sangat Baik): Retrofit diimplementasikan dengan tepat.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CRUD &amp; Endpoint (GET / POST / PUT / DELETE)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GET — ambil data: /queue/status.php, /foods/list.php, /staff/dashboard.php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POST — buat data: /auth/login.php, /queue/take.php, /foods/create.php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PUT — ubah data: /foods/update.php, /user/change-password.php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DELETE — hapus data: /foods/delete.php, /admin/users/delete.php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Multipart upload gambar: POST /upload/image.php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CPMK-3: keempat verb HTTP terpakai nyata (GET/POST/PUT/DELETE).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Parsing JSON dengan GSON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Model class dengan anotasi @SerializedName (mis. FoodModel: name, price, image_url, is_available).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Wrapper ApiResponse { success, message, data }.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GSON mengonversi JSON dari server menjadi object Java secara otomatis.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[Sisipkan contoh: JSON response ↔ model class]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CPMK-3: parsing JSON dengan GSON.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Session Login &amp;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EncryptedSharedPreferences menyimpan token + data user (role, id) secara terenkripsi.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Token dibaca otomatis di setiap request melalui interceptor.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Sesi dipulihkan saat aplikasi dibuka kembali (tidak perlu login ulang).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Auto-logout saat token kadaluwarsa (HTTP 401) → kembali ke halaman 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CPMK-3: session login + error handling 401/404/timeout.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 Handling, Testing &amp; Performa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State Resource (loading/success/error) + tombol Retry; pesan error dari server.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Penanganan timeout &amp; network (ApiErrorHelper) + 401 global; validasi input.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Operasi asinkron → minim force close; scroll RecyclerView lancar.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Debugging via Logcat + OkHttp logging interceptor.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CPMK-4 (Sangat Baik): stabil, async, debugging efektif, tanpa memory leak.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Desain Database (MySQL)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Tabel utama: users, foods, queues, favorites, tokens.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Relasi: queues → users, queues → foods, favorites (user-food), tokens → user.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Status antrian: waiting, serving, completed, cancelled.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[Sisipkan diagram ERD ringkas]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CPMK-3: database MySQL nyata dan terstruktur.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Kelebihan Aplikasi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Keamanan data: token terenkripsi, password bcrypt di server, auto-logout token expired.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Multi-peran (customer/staff/admin) dalam satu aplikasi + proteksi akses per peran.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Antrian semi-real-time: auto-refresh status + notifikasi saat giliran dipanggil.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Arsitektur MVVM rapi + error handling → stabil, maintainable, minim force close.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CPMK-5: minimal 3 kelebihan — di sini ada 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Demo Aplikasi (Screenshots)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Login per peran → Splash routing.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Customer: ambil antrian → status real-time → riwayat &amp; favorit.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Staff: dashboard → call next → complete.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Admin: CRUD makanan + upload gambar → kelola pengguna.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[Di video: bagian ini adalah screen-record langsung, ±4 menit]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Dokumentasi &amp; Publikasi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Source code di GitHub (struktur folder rapi + commit).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APK berhasil di-build dan terinstall di perangkat.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Setup: deploy folder API di Laragon + import database.sql + jalankan migrasi.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[Sisipkan link GitHub + screenshot APK terinstall]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CPMK-5: GitHub, APK, dan dokumentasi rapi.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Pemetaan Rubrik (CPMK)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CPMK-1 — Arsitektur MVVM, lifecycle, Intent  ✔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CPMK-2 — ConstraintLayout, RecyclerView/ViewHolder, BottomNav, Material  ✔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CPMK-3 — Retrofit GET/POST/PUT/DELETE, CRUD MySQL, session, error 401  ✔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CPMK-4 — Stabil, async, debugging, performa  ✔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CPMK-5 — Video lengkap, GitHub, APK, dokumentasi  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FF6B00"/>
                </a:solidFill>
              </a:rPr>
              <a:t>Target nilai: Sangat Baik di seluruh CPMK.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WeQueue — Skip the Queue, Enjoy Your Food.</a:t>
            </a:r>
          </a:p>
          <a:p>
            <a:pPr>
              <a:spcAft>
                <a:spcPts val="700"/>
              </a:spcAft>
            </a:pPr>
            <a:r>
              <a:rPr sz="2000">
                <a:solidFill>
                  <a:srgbClr val="1A1A1A"/>
                </a:solidFill>
              </a:rPr>
              <a:t>• Sesi tanya jawab (Q&amp;A).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